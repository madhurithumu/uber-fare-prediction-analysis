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17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81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4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511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88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63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152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275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7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11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43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D4E6-BD43-476C-8123-76FB60C2144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107BC-9EFC-4C10-B4C4-81EB67FB4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011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04" y="1988840"/>
            <a:ext cx="8924528" cy="475252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APPLIED PREDICTIVE ANALYTICS</a:t>
            </a:r>
            <a:br>
              <a:rPr lang="en-US" b="1" dirty="0"/>
            </a:br>
            <a:r>
              <a:rPr lang="en-US" b="1" dirty="0"/>
              <a:t> CASE STUDY</a:t>
            </a:r>
            <a:br>
              <a:rPr lang="en-US" dirty="0"/>
            </a:br>
            <a:r>
              <a:rPr lang="en-US" i="1" dirty="0">
                <a:solidFill>
                  <a:srgbClr val="0070C0"/>
                </a:solidFill>
              </a:rPr>
              <a:t>Topic : Uber Fare Prediction Using Predictive Analytics</a:t>
            </a:r>
            <a:br>
              <a:rPr lang="en-US" i="1" dirty="0">
                <a:solidFill>
                  <a:srgbClr val="0070C0"/>
                </a:solidFill>
              </a:rPr>
            </a:br>
            <a:r>
              <a:rPr lang="en-US" b="1" i="1" dirty="0"/>
              <a:t>Presented by : </a:t>
            </a:r>
            <a:r>
              <a:rPr lang="en-US" b="1" i="1" dirty="0" err="1">
                <a:solidFill>
                  <a:schemeClr val="tx2">
                    <a:lumMod val="75000"/>
                  </a:schemeClr>
                </a:solidFill>
              </a:rPr>
              <a:t>S.Madhuchandana</a:t>
            </a:r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(160124771016)</a:t>
            </a:r>
            <a:br>
              <a:rPr lang="en-US" b="1" i="1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b="1" i="1" dirty="0" err="1">
                <a:solidFill>
                  <a:schemeClr val="tx2">
                    <a:lumMod val="75000"/>
                  </a:schemeClr>
                </a:solidFill>
              </a:rPr>
              <a:t>S.Lavanya</a:t>
            </a:r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(160124771022) </a:t>
            </a:r>
            <a:r>
              <a:rPr lang="en-US" b="1" i="1" dirty="0" err="1">
                <a:solidFill>
                  <a:schemeClr val="tx2">
                    <a:lumMod val="75000"/>
                  </a:schemeClr>
                </a:solidFill>
              </a:rPr>
              <a:t>T.Madhuri</a:t>
            </a:r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(160124771025)</a:t>
            </a:r>
            <a:br>
              <a:rPr lang="en-US" b="1" i="1" dirty="0">
                <a:solidFill>
                  <a:schemeClr val="tx2">
                    <a:lumMod val="75000"/>
                  </a:schemeClr>
                </a:solidFill>
              </a:rPr>
            </a:br>
            <a:br>
              <a:rPr lang="en-US" i="1" dirty="0"/>
            </a:br>
            <a:br>
              <a:rPr lang="en-US" i="1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66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 rot="21212267">
            <a:off x="187176" y="404232"/>
            <a:ext cx="4040188" cy="2080412"/>
          </a:xfrm>
          <a:prstGeom prst="hex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dirty="0"/>
              <a:t>Problem:</a:t>
            </a:r>
            <a:br>
              <a:rPr lang="en-US" dirty="0"/>
            </a:br>
            <a:r>
              <a:rPr lang="en-US" sz="2600" b="0" i="1" dirty="0" err="1"/>
              <a:t>Uber</a:t>
            </a:r>
            <a:r>
              <a:rPr lang="en-US" sz="2600" b="0" i="1" dirty="0"/>
              <a:t> needs to estimate the fare of a trip accurately based on factors such as distance, pickup/drop-off location and time.</a:t>
            </a:r>
            <a:endParaRPr lang="en-IN" sz="2600" b="0" i="1" dirty="0"/>
          </a:p>
          <a:p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 rot="21400051">
            <a:off x="471040" y="2708516"/>
            <a:ext cx="4474840" cy="3893419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i="1" u="sng" dirty="0"/>
              <a:t>How Predictive Analytics Helps:</a:t>
            </a:r>
            <a:endParaRPr lang="en-IN" i="1" u="sng" dirty="0"/>
          </a:p>
          <a:p>
            <a:r>
              <a:rPr lang="en-IN" dirty="0"/>
              <a:t>Predicts </a:t>
            </a:r>
            <a:r>
              <a:rPr lang="en-IN" b="1" dirty="0"/>
              <a:t>trip fare</a:t>
            </a:r>
            <a:r>
              <a:rPr lang="en-IN" dirty="0"/>
              <a:t> </a:t>
            </a:r>
          </a:p>
          <a:p>
            <a:r>
              <a:rPr lang="en-IN" dirty="0"/>
              <a:t>Identifies factors affecting fare </a:t>
            </a:r>
          </a:p>
          <a:p>
            <a:r>
              <a:rPr lang="en-IN" dirty="0"/>
              <a:t>Helps provide </a:t>
            </a:r>
            <a:r>
              <a:rPr lang="en-IN" b="1" dirty="0"/>
              <a:t>accurate fare estimates</a:t>
            </a:r>
            <a:r>
              <a:rPr lang="en-IN" dirty="0"/>
              <a:t> </a:t>
            </a:r>
          </a:p>
          <a:p>
            <a:r>
              <a:rPr lang="en-IN" dirty="0"/>
              <a:t>Supports better </a:t>
            </a:r>
            <a:r>
              <a:rPr lang="en-IN" b="1" dirty="0"/>
              <a:t>pricing decisions</a:t>
            </a:r>
            <a:r>
              <a:rPr lang="en-IN" dirty="0"/>
              <a:t> </a:t>
            </a:r>
          </a:p>
          <a:p>
            <a:r>
              <a:rPr lang="en-IN" dirty="0"/>
              <a:t>Improves </a:t>
            </a:r>
            <a:r>
              <a:rPr lang="en-IN" b="1" dirty="0"/>
              <a:t>customer transparency</a:t>
            </a:r>
            <a:r>
              <a:rPr lang="en-IN" dirty="0"/>
              <a:t> </a:t>
            </a:r>
          </a:p>
          <a:p>
            <a:r>
              <a:rPr lang="en-IN" dirty="0"/>
              <a:t>Helps </a:t>
            </a:r>
            <a:r>
              <a:rPr lang="en-IN" dirty="0" err="1"/>
              <a:t>Uber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</a:t>
            </a:r>
            <a:r>
              <a:rPr lang="en-IN" b="1" dirty="0"/>
              <a:t>fare patterns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 rot="21379789">
            <a:off x="5365670" y="1714111"/>
            <a:ext cx="2816899" cy="4727063"/>
          </a:xfrm>
          <a:prstGeom prst="flowChartManualInp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br>
              <a:rPr lang="en-US" dirty="0"/>
            </a:br>
            <a:r>
              <a:rPr lang="en-US" dirty="0"/>
              <a:t>Main Data Used:</a:t>
            </a:r>
          </a:p>
          <a:p>
            <a:r>
              <a:rPr lang="en-US" b="0" dirty="0"/>
              <a:t>Pickup &amp; drop-off location (Latitude/Longitude) </a:t>
            </a:r>
          </a:p>
          <a:p>
            <a:r>
              <a:rPr lang="en-US" b="0" dirty="0"/>
              <a:t>Trip distance </a:t>
            </a:r>
          </a:p>
          <a:p>
            <a:r>
              <a:rPr lang="en-US" b="0" dirty="0"/>
              <a:t>Date &amp; Time </a:t>
            </a:r>
          </a:p>
          <a:p>
            <a:r>
              <a:rPr lang="en-US" b="0" dirty="0"/>
              <a:t>Ride status </a:t>
            </a:r>
          </a:p>
          <a:p>
            <a:r>
              <a:rPr lang="en-US" b="0" dirty="0"/>
              <a:t>Fare amount </a:t>
            </a:r>
          </a:p>
          <a:p>
            <a:r>
              <a:rPr lang="en-US" b="0" dirty="0"/>
              <a:t>Payment method </a:t>
            </a:r>
          </a:p>
          <a:p>
            <a:r>
              <a:rPr lang="en-US" dirty="0"/>
              <a:t>Target Variable: </a:t>
            </a:r>
            <a:r>
              <a:rPr lang="en-US" b="0" dirty="0" err="1"/>
              <a:t>fare_amount</a:t>
            </a:r>
            <a:endParaRPr lang="en-US" b="0" dirty="0"/>
          </a:p>
          <a:p>
            <a:endParaRPr lang="en-IN" b="0" dirty="0"/>
          </a:p>
          <a:p>
            <a:endParaRPr lang="en-IN" b="0" dirty="0"/>
          </a:p>
        </p:txBody>
      </p:sp>
      <p:sp>
        <p:nvSpPr>
          <p:cNvPr id="14" name="Rounded Rectangle 13"/>
          <p:cNvSpPr/>
          <p:nvPr/>
        </p:nvSpPr>
        <p:spPr>
          <a:xfrm rot="20113713">
            <a:off x="4635969" y="394965"/>
            <a:ext cx="2502478" cy="162359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Data used</a:t>
            </a:r>
          </a:p>
          <a:p>
            <a:pPr algn="ctr"/>
            <a:r>
              <a:rPr lang="en-US" sz="2400" b="1" dirty="0"/>
              <a:t>Structured CSV Data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21825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5B1EEB-97DA-6A40-0216-93351445B08A}"/>
              </a:ext>
            </a:extLst>
          </p:cNvPr>
          <p:cNvSpPr txBox="1"/>
          <p:nvPr/>
        </p:nvSpPr>
        <p:spPr>
          <a:xfrm>
            <a:off x="323528" y="587035"/>
            <a:ext cx="3672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PREDICTION MADE: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9F03A-CB18-70ED-3128-1D6D67BF9D70}"/>
              </a:ext>
            </a:extLst>
          </p:cNvPr>
          <p:cNvSpPr txBox="1"/>
          <p:nvPr/>
        </p:nvSpPr>
        <p:spPr>
          <a:xfrm>
            <a:off x="1043608" y="1556792"/>
            <a:ext cx="7128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Random Forest Regression model predicts the fare amount of an Uber trip based on trip distance, pickup and drop-off locations, and time-related factors such as hour, day, month, and day of the week.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A8E6F-1E2A-7414-B0C1-F2C1420E385F}"/>
              </a:ext>
            </a:extLst>
          </p:cNvPr>
          <p:cNvSpPr txBox="1"/>
          <p:nvPr/>
        </p:nvSpPr>
        <p:spPr>
          <a:xfrm>
            <a:off x="323528" y="2942048"/>
            <a:ext cx="396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IMPACT ON BUSINESS: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07CD3-AC13-CC1A-2881-093F497559C1}"/>
              </a:ext>
            </a:extLst>
          </p:cNvPr>
          <p:cNvSpPr txBox="1"/>
          <p:nvPr/>
        </p:nvSpPr>
        <p:spPr>
          <a:xfrm>
            <a:off x="1043608" y="3683332"/>
            <a:ext cx="69847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The main business impact is improved fare estimation. By predicting Uber fares using trip distance, location, and time-related features, the company can provide more accurate price estimates to customers, improve pricing decisions, increase transparency, and support better revenue planning.</a:t>
            </a:r>
          </a:p>
        </p:txBody>
      </p:sp>
    </p:spTree>
    <p:extLst>
      <p:ext uri="{BB962C8B-B14F-4D97-AF65-F5344CB8AC3E}">
        <p14:creationId xmlns:p14="http://schemas.microsoft.com/office/powerpoint/2010/main" val="440050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5785CE-23F4-1E9F-5FC5-122FD0915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44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889456-97C2-0812-58AA-7D5ADBAAC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60648"/>
            <a:ext cx="4173599" cy="633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0A6C31-B3F0-8D34-C3A2-14D290B6D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60648"/>
            <a:ext cx="4395354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64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66E554-A229-69FE-6071-3A0086FD6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34276"/>
            <a:ext cx="8568952" cy="59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15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D174E5-67C8-8753-651B-6909332AC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629" y="260648"/>
            <a:ext cx="5766741" cy="633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65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4707A-9A72-5FB9-9DB3-FE269EAE6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14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229</Words>
  <Application>Microsoft Office PowerPoint</Application>
  <PresentationFormat>On-screen Show (4:3)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APPLIED PREDICTIVE ANALYTICS  CASE STUDY Topic : Uber Fare Prediction Using Predictive Analytics Presented by : S.Madhuchandana(160124771016) S.Lavanya(160124771022) T.Madhuri(160124771025)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Adminn</dc:creator>
  <cp:lastModifiedBy>Madhuri Thumu</cp:lastModifiedBy>
  <cp:revision>12</cp:revision>
  <dcterms:created xsi:type="dcterms:W3CDTF">2026-08-15T16:10:45Z</dcterms:created>
  <dcterms:modified xsi:type="dcterms:W3CDTF">2026-09-15T16:08:53Z</dcterms:modified>
</cp:coreProperties>
</file>